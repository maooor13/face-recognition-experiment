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Maven Pro" panose="020B0604020202020204" charset="0"/>
      <p:regular r:id="rId8"/>
      <p:bold r:id="rId9"/>
    </p:embeddedFont>
    <p:embeddedFont>
      <p:font typeface="Nunito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8cebe5042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8cebe5042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8cebe5042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8cebe5042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8cebe5042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8cebe5042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8cebe5042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8cebe5042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Calibri"/>
                <a:ea typeface="Calibri"/>
                <a:cs typeface="Calibri"/>
                <a:sym typeface="Calibri"/>
              </a:rPr>
              <a:t>זיהוי פרצופים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Real or AI?</a:t>
            </a:r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body" idx="1"/>
          </p:nvPr>
        </p:nvSpPr>
        <p:spPr>
          <a:xfrm>
            <a:off x="2067600" y="2086875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האם אנשים מצליחים לזהות רגשות על פרצופים שנוצרו בבינה מלאכותית באותו רמת דיוק ומהירות כמו בתמונות מצולמות של אנשים אמיתיים?</a:t>
            </a:r>
            <a:endParaRPr sz="15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latin typeface="Calibri"/>
                <a:ea typeface="Calibri"/>
                <a:cs typeface="Calibri"/>
                <a:sym typeface="Calibri"/>
              </a:rPr>
              <a:t>בעידן המתפתח הנוכחי של בינה מלאכותית, מעניין אותנו להבין האם אנחנו נמצאים בשלב שבו אנו לא מצליחים להבדיל בין תמונות שנוצרו ע"י בינה מלאכותית לבין תמונות אמיתיות.</a:t>
            </a:r>
            <a:br>
              <a:rPr lang="iw" sz="1500">
                <a:latin typeface="Calibri"/>
                <a:ea typeface="Calibri"/>
                <a:cs typeface="Calibri"/>
                <a:sym typeface="Calibri"/>
              </a:rPr>
            </a:b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latin typeface="Calibri"/>
                <a:ea typeface="Calibri"/>
                <a:cs typeface="Calibri"/>
                <a:sym typeface="Calibri"/>
              </a:rPr>
              <a:t>השערתנו היא שמהירות התגובה והדיוק יהיו טובים יותר בתמונות אמיתיות.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Calibri"/>
                <a:ea typeface="Calibri"/>
                <a:cs typeface="Calibri"/>
                <a:sym typeface="Calibri"/>
              </a:rPr>
              <a:t>שאלת המחקר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75" y="3486150"/>
            <a:ext cx="27622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>
                <a:latin typeface="Calibri"/>
                <a:ea typeface="Calibri"/>
                <a:cs typeface="Calibri"/>
                <a:sym typeface="Calibri"/>
              </a:rPr>
              <a:t>שיטות מחקר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הוצג לנבדקים רצף של 80 תמונות פרצופים.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תמונות הפרצופים היו מחולקים ל-2 קטגוריות: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6706" algn="r" rtl="1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AutoNum type="arabicPeriod"/>
            </a:pPr>
            <a:r>
              <a:rPr lang="iw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שמח/עצוב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6706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AutoNum type="arabicPeriod"/>
            </a:pPr>
            <a:r>
              <a:rPr lang="iw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אמיתי/בינה מלאכותית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7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: </a:t>
            </a:r>
            <a:r>
              <a:rPr lang="iw" sz="206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☺︎ </a:t>
            </a:r>
            <a:endParaRPr sz="206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7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← :  </a:t>
            </a:r>
            <a:r>
              <a:rPr lang="iw" sz="205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☹</a:t>
            </a:r>
            <a:endParaRPr sz="20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 נבדקים סה"כ: 7 זכרים, 5 נקבות.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5" title="AI_happy_woman_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25" y="2411372"/>
            <a:ext cx="1683458" cy="228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 title="real_man18_s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025" y="2411382"/>
            <a:ext cx="1683450" cy="228254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5"/>
          <p:cNvSpPr txBox="1"/>
          <p:nvPr/>
        </p:nvSpPr>
        <p:spPr>
          <a:xfrm>
            <a:off x="1131750" y="1980275"/>
            <a:ext cx="40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600">
                <a:latin typeface="Calibri"/>
                <a:ea typeface="Calibri"/>
                <a:cs typeface="Calibri"/>
                <a:sym typeface="Calibri"/>
              </a:rPr>
              <a:t>→ 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2974150" y="1980275"/>
            <a:ext cx="403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600">
                <a:latin typeface="Calibri"/>
                <a:ea typeface="Calibri"/>
                <a:cs typeface="Calibri"/>
                <a:sym typeface="Calibri"/>
              </a:rPr>
              <a:t>←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>
            <a:spLocks noGrp="1"/>
          </p:cNvSpPr>
          <p:nvPr>
            <p:ph type="title"/>
          </p:nvPr>
        </p:nvSpPr>
        <p:spPr>
          <a:xfrm>
            <a:off x="1823020" y="136874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תוצאות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301" name="Google Shape;3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270" y="1168326"/>
            <a:ext cx="3028199" cy="65436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6"/>
          <p:cNvSpPr txBox="1"/>
          <p:nvPr/>
        </p:nvSpPr>
        <p:spPr>
          <a:xfrm>
            <a:off x="7089220" y="634752"/>
            <a:ext cx="17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דיוק</a:t>
            </a:r>
            <a:endParaRPr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-676697" y="634752"/>
            <a:ext cx="353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זמן תגובה</a:t>
            </a:r>
            <a:endParaRPr sz="1800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3002" y="1158846"/>
            <a:ext cx="3028199" cy="65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0578" y="3201181"/>
            <a:ext cx="2602800" cy="19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5500" y="3125881"/>
            <a:ext cx="2703200" cy="20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95EC28-80B9-F40B-E820-49DD5331D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712" y="1837566"/>
            <a:ext cx="2918532" cy="1297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492B85-F636-14E8-EF92-D0EBBCBCDC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511" y="1895104"/>
            <a:ext cx="2841179" cy="1262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>
            <a:spLocks noGrp="1"/>
          </p:cNvSpPr>
          <p:nvPr>
            <p:ph type="title"/>
          </p:nvPr>
        </p:nvSpPr>
        <p:spPr>
          <a:xfrm>
            <a:off x="0" y="2072100"/>
            <a:ext cx="91440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>
                <a:latin typeface="Calibri"/>
                <a:ea typeface="Calibri"/>
                <a:cs typeface="Calibri"/>
                <a:sym typeface="Calibri"/>
              </a:rPr>
              <a:t>"תודה! יש שאלות?"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</Words>
  <Application>Microsoft Office PowerPoint</Application>
  <PresentationFormat>On-screen Show (16:9)</PresentationFormat>
  <Paragraphs>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Maven Pro</vt:lpstr>
      <vt:lpstr>Arial</vt:lpstr>
      <vt:lpstr>Nunito</vt:lpstr>
      <vt:lpstr>Momentum</vt:lpstr>
      <vt:lpstr>זיהוי פרצופים Real or AI?</vt:lpstr>
      <vt:lpstr>שאלת המחקר</vt:lpstr>
      <vt:lpstr>שיטות מחקר</vt:lpstr>
      <vt:lpstr>תוצאות</vt:lpstr>
      <vt:lpstr>"תודה! יש שאלות?"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Maor Kachlon</cp:lastModifiedBy>
  <cp:revision>2</cp:revision>
  <dcterms:modified xsi:type="dcterms:W3CDTF">2026-01-21T17:22:04Z</dcterms:modified>
</cp:coreProperties>
</file>