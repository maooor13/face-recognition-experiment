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Maven Pro" panose="020B0604020202020204" charset="0"/>
      <p:regular r:id="rId8"/>
      <p:bold r:id="rId9"/>
    </p:embeddedFont>
    <p:embeddedFont>
      <p:font typeface="Nunito" panose="020F0502020204030204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b8cebe5042_0_4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b8cebe5042_0_4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b8cebe5042_0_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b8cebe5042_0_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8cebe5042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8cebe5042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b8cebe5042_0_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b8cebe5042_0_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3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name="adj1" fmla="val 8244818"/>
                  <a:gd name="adj2" fmla="val 16246175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name="adj1" fmla="val 8801158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name="adj1" fmla="val 1255410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2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3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0" name="Google Shape;90;p4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5"/>
          <p:cNvSpPr txBox="1">
            <a:spLocks noGrp="1"/>
          </p:cNvSpPr>
          <p:nvPr>
            <p:ph type="body" idx="2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5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6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6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" name="Google Shape;109;p7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body" idx="1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5" name="Google Shape;125;p8"/>
          <p:cNvSpPr txBox="1">
            <a:spLocks noGrp="1"/>
          </p:cNvSpPr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8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9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9"/>
          <p:cNvSpPr txBox="1">
            <a:spLocks noGrp="1"/>
          </p:cNvSpPr>
          <p:nvPr>
            <p:ph type="subTitle" idx="1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3" name="Google Shape;133;p9"/>
          <p:cNvSpPr txBox="1">
            <a:spLocks noGrp="1"/>
          </p:cNvSpPr>
          <p:nvPr>
            <p:ph type="body" idx="2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10"/>
          <p:cNvSpPr txBox="1">
            <a:spLocks noGrp="1"/>
          </p:cNvSpPr>
          <p:nvPr>
            <p:ph type="body" idx="1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40" name="Google Shape;140;p10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68" name="Google Shape;268;p11"/>
          <p:cNvSpPr txBox="1">
            <a:spLocks noGrp="1"/>
          </p:cNvSpPr>
          <p:nvPr>
            <p:ph type="title" hasCustomPrompt="1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>
            <a:spLocks noGrp="1"/>
          </p:cNvSpPr>
          <p:nvPr>
            <p:ph type="body" idx="1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1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oment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זיהוי פרצופים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Real or AI?</a:t>
            </a:r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>
            <a:spLocks noGrp="1"/>
          </p:cNvSpPr>
          <p:nvPr>
            <p:ph type="body" idx="1"/>
          </p:nvPr>
        </p:nvSpPr>
        <p:spPr>
          <a:xfrm>
            <a:off x="2067600" y="2086875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האם אנשים מצליחים לזהות רגשות על פרצופים שנוצרו בבינה מלאכותית באותו רמת דיוק ומהירות כמו בתמונות מצולמות של אנשים אמיתיים?</a:t>
            </a:r>
            <a:endParaRPr sz="15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latin typeface="Calibri"/>
                <a:ea typeface="Calibri"/>
                <a:cs typeface="Calibri"/>
                <a:sym typeface="Calibri"/>
              </a:rPr>
              <a:t>בעידן המתפתח הנוכחי של בינה מלאכותית, מעניין אותנו להבין האם אנחנו נמצאים בשלב שבו אנו לא מצליחים להבדיל בין תמונות שנוצרו ע"י בינה מלאכותית לבין תמונות אמיתיות.</a:t>
            </a:r>
            <a:br>
              <a:rPr lang="iw" sz="1500">
                <a:latin typeface="Calibri"/>
                <a:ea typeface="Calibri"/>
                <a:cs typeface="Calibri"/>
                <a:sym typeface="Calibri"/>
              </a:rPr>
            </a:b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latin typeface="Calibri"/>
                <a:ea typeface="Calibri"/>
                <a:cs typeface="Calibri"/>
                <a:sym typeface="Calibri"/>
              </a:rPr>
              <a:t>השערתנו היא שמהירות התגובה והדיוק יהיו טובים יותר בתמונות אמיתיות.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1200"/>
              </a:spcAft>
              <a:buNone/>
            </a:pP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שאלת המחקר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75" y="3486150"/>
            <a:ext cx="2762250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dirty="0">
                <a:latin typeface="Calibri"/>
                <a:ea typeface="Calibri"/>
                <a:cs typeface="Calibri"/>
                <a:sym typeface="Calibri"/>
              </a:rPr>
              <a:t>שיטות מחקר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הוצג לנבדקים רצף של 80 תמונות פרצופים.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תמונות הפרצופים היו מחולקים ל-2 קטגוריות: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6706" algn="r" rtl="1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AutoNum type="arabicPeriod"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שמח/עצוב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6706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AutoNum type="arabicPeriod"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אמיתי/בינה מלאכותית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70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→ : </a:t>
            </a:r>
            <a:r>
              <a:rPr lang="iw" sz="206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☺︎ </a:t>
            </a:r>
            <a:endParaRPr sz="206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70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← :  </a:t>
            </a:r>
            <a:r>
              <a:rPr lang="iw" sz="205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☹</a:t>
            </a:r>
            <a:endParaRPr sz="2056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 נבדקים סה"כ: 7 זכרים, 5 נקבות.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p15" title="AI_happy_woman_0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625" y="2411372"/>
            <a:ext cx="1683458" cy="2282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5" title="real_man18_sa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34025" y="2411382"/>
            <a:ext cx="1683450" cy="2282542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5"/>
          <p:cNvSpPr txBox="1"/>
          <p:nvPr/>
        </p:nvSpPr>
        <p:spPr>
          <a:xfrm>
            <a:off x="1131750" y="1980275"/>
            <a:ext cx="403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600">
                <a:latin typeface="Calibri"/>
                <a:ea typeface="Calibri"/>
                <a:cs typeface="Calibri"/>
                <a:sym typeface="Calibri"/>
              </a:rPr>
              <a:t>→ </a:t>
            </a:r>
            <a:endParaRPr/>
          </a:p>
        </p:txBody>
      </p:sp>
      <p:sp>
        <p:nvSpPr>
          <p:cNvPr id="295" name="Google Shape;295;p15"/>
          <p:cNvSpPr txBox="1"/>
          <p:nvPr/>
        </p:nvSpPr>
        <p:spPr>
          <a:xfrm>
            <a:off x="2974150" y="1980275"/>
            <a:ext cx="403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600">
                <a:latin typeface="Calibri"/>
                <a:ea typeface="Calibri"/>
                <a:cs typeface="Calibri"/>
                <a:sym typeface="Calibri"/>
              </a:rPr>
              <a:t>←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6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תוצאות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301" name="Google Shape;30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650" y="3854775"/>
            <a:ext cx="4216870" cy="91122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6"/>
          <p:cNvSpPr txBox="1"/>
          <p:nvPr/>
        </p:nvSpPr>
        <p:spPr>
          <a:xfrm>
            <a:off x="6497600" y="1136175"/>
            <a:ext cx="176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dirty="0">
                <a:solidFill>
                  <a:schemeClr val="dk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Nunito"/>
              </a:rPr>
              <a:t>דיוק</a:t>
            </a:r>
            <a:endParaRPr sz="1800" dirty="0">
              <a:solidFill>
                <a:schemeClr val="dk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Nunito"/>
            </a:endParaRPr>
          </a:p>
        </p:txBody>
      </p:sp>
      <p:sp>
        <p:nvSpPr>
          <p:cNvPr id="303" name="Google Shape;303;p16"/>
          <p:cNvSpPr txBox="1"/>
          <p:nvPr/>
        </p:nvSpPr>
        <p:spPr>
          <a:xfrm>
            <a:off x="139875" y="1136175"/>
            <a:ext cx="353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dirty="0">
                <a:solidFill>
                  <a:schemeClr val="dk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Nunito"/>
              </a:rPr>
              <a:t>זמן תגובה</a:t>
            </a:r>
            <a:endParaRPr sz="1800" dirty="0">
              <a:solidFill>
                <a:schemeClr val="dk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Nunito"/>
            </a:endParaRPr>
          </a:p>
        </p:txBody>
      </p:sp>
      <p:pic>
        <p:nvPicPr>
          <p:cNvPr id="304" name="Google Shape;30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875" y="3854775"/>
            <a:ext cx="4219396" cy="91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6475" y="1674975"/>
            <a:ext cx="2602800" cy="195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31500" y="1674975"/>
            <a:ext cx="2703200" cy="202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7"/>
          <p:cNvSpPr txBox="1">
            <a:spLocks noGrp="1"/>
          </p:cNvSpPr>
          <p:nvPr>
            <p:ph type="title"/>
          </p:nvPr>
        </p:nvSpPr>
        <p:spPr>
          <a:xfrm>
            <a:off x="0" y="2072100"/>
            <a:ext cx="91440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"תודה! יש שאלות?"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</Words>
  <Application>Microsoft Office PowerPoint</Application>
  <PresentationFormat>On-screen Show (16:9)</PresentationFormat>
  <Paragraphs>21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Maven Pro</vt:lpstr>
      <vt:lpstr>Arial</vt:lpstr>
      <vt:lpstr>Nunito</vt:lpstr>
      <vt:lpstr>Momentum</vt:lpstr>
      <vt:lpstr>זיהוי פרצופים Real or AI?</vt:lpstr>
      <vt:lpstr>שאלת המחקר</vt:lpstr>
      <vt:lpstr>שיטות מחקר</vt:lpstr>
      <vt:lpstr>תוצאות</vt:lpstr>
      <vt:lpstr>"תודה! יש שאלות?"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Maor Kachlon</cp:lastModifiedBy>
  <cp:revision>1</cp:revision>
  <dcterms:modified xsi:type="dcterms:W3CDTF">2026-01-20T12:59:12Z</dcterms:modified>
</cp:coreProperties>
</file>