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embeddedFontLst>
    <p:embeddedFont>
      <p:font typeface="Maven Pro" panose="020B0604020202020204" charset="0"/>
      <p:regular r:id="rId8"/>
      <p:bold r:id="rId9"/>
    </p:embeddedFont>
    <p:embeddedFont>
      <p:font typeface="Nunito" pitchFamily="2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b8cebe5042_0_4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b8cebe5042_0_4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b8cebe5042_0_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b8cebe5042_0_4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b8cebe5042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b8cebe5042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b8cebe5042_0_4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b8cebe5042_0_4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3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name="adj1" fmla="val 8244818"/>
                  <a:gd name="adj2" fmla="val 16246175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name="adj1" fmla="val 8801158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name="adj1" fmla="val 1255410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" name="Google Shape;46;p2"/>
          <p:cNvSpPr txBox="1">
            <a:spLocks noGrp="1"/>
          </p:cNvSpPr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"/>
          <p:cNvSpPr txBox="1">
            <a:spLocks noGrp="1"/>
          </p:cNvSpPr>
          <p:nvPr>
            <p:ph type="subTitle" idx="1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2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82" name="Google Shape;82;p3"/>
          <p:cNvSpPr txBox="1">
            <a:spLocks noGrp="1"/>
          </p:cNvSpPr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3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" name="Google Shape;88;p4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4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0" name="Google Shape;90;p4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5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5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5"/>
          <p:cNvSpPr txBox="1">
            <a:spLocks noGrp="1"/>
          </p:cNvSpPr>
          <p:nvPr>
            <p:ph type="body" idx="2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5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6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6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" name="Google Shape;109;p7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7"/>
          <p:cNvSpPr txBox="1">
            <a:spLocks noGrp="1"/>
          </p:cNvSpPr>
          <p:nvPr>
            <p:ph type="body" idx="1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11" name="Google Shape;111;p7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5" name="Google Shape;125;p8"/>
          <p:cNvSpPr txBox="1">
            <a:spLocks noGrp="1"/>
          </p:cNvSpPr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8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9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9"/>
          <p:cNvSpPr txBox="1">
            <a:spLocks noGrp="1"/>
          </p:cNvSpPr>
          <p:nvPr>
            <p:ph type="subTitle" idx="1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3" name="Google Shape;133;p9"/>
          <p:cNvSpPr txBox="1">
            <a:spLocks noGrp="1"/>
          </p:cNvSpPr>
          <p:nvPr>
            <p:ph type="body" idx="2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" name="Google Shape;139;p10"/>
          <p:cNvSpPr txBox="1">
            <a:spLocks noGrp="1"/>
          </p:cNvSpPr>
          <p:nvPr>
            <p:ph type="body" idx="1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40" name="Google Shape;140;p10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68" name="Google Shape;268;p11"/>
          <p:cNvSpPr txBox="1">
            <a:spLocks noGrp="1"/>
          </p:cNvSpPr>
          <p:nvPr>
            <p:ph type="title" hasCustomPrompt="1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>
            <a:spLocks noGrp="1"/>
          </p:cNvSpPr>
          <p:nvPr>
            <p:ph type="body" idx="1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11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omentu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>
            <a:spLocks noGrp="1"/>
          </p:cNvSpPr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>
                <a:latin typeface="Calibri"/>
                <a:ea typeface="Calibri"/>
                <a:cs typeface="Calibri"/>
                <a:sym typeface="Calibri"/>
              </a:rPr>
              <a:t>זיהוי פרצופים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Real or AI?</a:t>
            </a:r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subTitle" idx="1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>
            <a:spLocks noGrp="1"/>
          </p:cNvSpPr>
          <p:nvPr>
            <p:ph type="body" idx="1"/>
          </p:nvPr>
        </p:nvSpPr>
        <p:spPr>
          <a:xfrm>
            <a:off x="2067600" y="2086875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האם אנשים מצליחים לזהות רגשות על פרצופים שנוצרו בבינה מלאכותית באותו רמת דיוק ומהירות כמו בתמונות מצולמות של אנשים אמיתיים?</a:t>
            </a:r>
            <a:endParaRPr sz="15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 sz="15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500">
                <a:latin typeface="Calibri"/>
                <a:ea typeface="Calibri"/>
                <a:cs typeface="Calibri"/>
                <a:sym typeface="Calibri"/>
              </a:rPr>
              <a:t>בעידן המתפתח הנוכחי של בינה מלאכותית, מעניין אותנו להבין האם אנחנו נמצאים בשלב שבו אנו לא מצליחים להבדיל בין תמונות שנוצרו ע"י בינה מלאכותית לבין תמונות אמיתיות.</a:t>
            </a:r>
            <a:br>
              <a:rPr lang="iw" sz="1500">
                <a:latin typeface="Calibri"/>
                <a:ea typeface="Calibri"/>
                <a:cs typeface="Calibri"/>
                <a:sym typeface="Calibri"/>
              </a:rPr>
            </a:br>
            <a:endParaRPr sz="15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500">
                <a:latin typeface="Calibri"/>
                <a:ea typeface="Calibri"/>
                <a:cs typeface="Calibri"/>
                <a:sym typeface="Calibri"/>
              </a:rPr>
              <a:t>השערתנו היא שמהירות התגובה והדיוק יהיו טובים יותר בתמונות אמיתיות.</a:t>
            </a:r>
            <a:endParaRPr sz="15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1200"/>
              </a:spcAft>
              <a:buNone/>
            </a:pPr>
            <a:endParaRPr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>
                <a:latin typeface="Calibri"/>
                <a:ea typeface="Calibri"/>
                <a:cs typeface="Calibri"/>
                <a:sym typeface="Calibri"/>
              </a:rPr>
              <a:t>שאלת המחקר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" name="Google Shape;28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175" y="3486150"/>
            <a:ext cx="2762250" cy="165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dirty="0">
                <a:latin typeface="Calibri"/>
                <a:ea typeface="Calibri"/>
                <a:cs typeface="Calibri"/>
                <a:sym typeface="Calibri"/>
              </a:rPr>
              <a:t>שיטות מחקר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5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הוצג לנבדקים רצף של 80 תמונות פרצופים.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תמונות הפרצופים היו מחולקים ל-2 קטגוריות: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6706" algn="r" rtl="1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AutoNum type="arabicPeriod"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שמח/עצוב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6706" algn="r" rt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AutoNum type="arabicPeriod"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אמיתי/בינה מלאכותית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170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→ : </a:t>
            </a:r>
            <a:r>
              <a:rPr lang="iw" sz="206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☺︎ </a:t>
            </a:r>
            <a:endParaRPr sz="206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0"/>
              </a:spcAft>
              <a:buNone/>
            </a:pPr>
            <a:r>
              <a:rPr lang="iw" sz="170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← :  </a:t>
            </a:r>
            <a:r>
              <a:rPr lang="iw" sz="205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☹</a:t>
            </a:r>
            <a:endParaRPr sz="2056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r" rtl="1"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12 נבדקים סה"כ: 7 זכרים, 5 נקבות.</a:t>
            </a:r>
            <a:endParaRPr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2" name="Google Shape;292;p15" title="AI_happy_woman_0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745" y="3196328"/>
            <a:ext cx="1274080" cy="172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15" title="real_man18_sa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62145" y="3196338"/>
            <a:ext cx="1274074" cy="1727481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5"/>
          <p:cNvSpPr txBox="1"/>
          <p:nvPr/>
        </p:nvSpPr>
        <p:spPr>
          <a:xfrm>
            <a:off x="809700" y="2765231"/>
            <a:ext cx="305152" cy="621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600" dirty="0">
                <a:latin typeface="Calibri"/>
                <a:ea typeface="Calibri"/>
                <a:cs typeface="Calibri"/>
                <a:sym typeface="Calibri"/>
              </a:rPr>
              <a:t>→ </a:t>
            </a:r>
            <a:endParaRPr dirty="0"/>
          </a:p>
        </p:txBody>
      </p:sp>
      <p:sp>
        <p:nvSpPr>
          <p:cNvPr id="295" name="Google Shape;295;p15"/>
          <p:cNvSpPr txBox="1"/>
          <p:nvPr/>
        </p:nvSpPr>
        <p:spPr>
          <a:xfrm>
            <a:off x="2646606" y="2765231"/>
            <a:ext cx="305152" cy="621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600" dirty="0">
                <a:latin typeface="Calibri"/>
                <a:ea typeface="Calibri"/>
                <a:cs typeface="Calibri"/>
                <a:sym typeface="Calibri"/>
              </a:rPr>
              <a:t>← </a:t>
            </a:r>
            <a:endParaRPr dirty="0"/>
          </a:p>
        </p:txBody>
      </p:sp>
      <p:pic>
        <p:nvPicPr>
          <p:cNvPr id="2" name="officeArt object">
            <a:extLst>
              <a:ext uri="{FF2B5EF4-FFF2-40B4-BE49-F238E27FC236}">
                <a16:creationId xmlns:a16="http://schemas.microsoft.com/office/drawing/2014/main" id="{67CA3D0C-CC94-A731-8260-827E2FD5594D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1177319" y="242734"/>
            <a:ext cx="4008524" cy="2566004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6"/>
          <p:cNvSpPr txBox="1">
            <a:spLocks noGrp="1"/>
          </p:cNvSpPr>
          <p:nvPr>
            <p:ph type="title"/>
          </p:nvPr>
        </p:nvSpPr>
        <p:spPr>
          <a:xfrm>
            <a:off x="1823020" y="136874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תוצאות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301" name="Google Shape;30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8270" y="1168326"/>
            <a:ext cx="3028199" cy="65436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6"/>
          <p:cNvSpPr txBox="1"/>
          <p:nvPr/>
        </p:nvSpPr>
        <p:spPr>
          <a:xfrm>
            <a:off x="7089220" y="634752"/>
            <a:ext cx="176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dirty="0">
                <a:solidFill>
                  <a:schemeClr val="dk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Nunito"/>
              </a:rPr>
              <a:t>דיוק</a:t>
            </a:r>
            <a:endParaRPr sz="1800" dirty="0">
              <a:solidFill>
                <a:schemeClr val="dk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Nunito"/>
            </a:endParaRPr>
          </a:p>
        </p:txBody>
      </p:sp>
      <p:sp>
        <p:nvSpPr>
          <p:cNvPr id="303" name="Google Shape;303;p16"/>
          <p:cNvSpPr txBox="1"/>
          <p:nvPr/>
        </p:nvSpPr>
        <p:spPr>
          <a:xfrm>
            <a:off x="-676697" y="634752"/>
            <a:ext cx="353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dirty="0">
                <a:solidFill>
                  <a:schemeClr val="dk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Nunito"/>
              </a:rPr>
              <a:t>זמן תגובה</a:t>
            </a:r>
            <a:endParaRPr sz="1800" dirty="0">
              <a:solidFill>
                <a:schemeClr val="dk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Nunito"/>
            </a:endParaRPr>
          </a:p>
        </p:txBody>
      </p:sp>
      <p:pic>
        <p:nvPicPr>
          <p:cNvPr id="304" name="Google Shape;30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3002" y="1158846"/>
            <a:ext cx="3028199" cy="65397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30578" y="3201181"/>
            <a:ext cx="2602800" cy="195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25500" y="3125881"/>
            <a:ext cx="2703200" cy="202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95EC28-80B9-F40B-E820-49DD5331DF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2712" y="1837566"/>
            <a:ext cx="2918532" cy="1297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492B85-F636-14E8-EF92-D0EBBCBCDC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6511" y="1895104"/>
            <a:ext cx="2841179" cy="12629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7"/>
          <p:cNvSpPr txBox="1">
            <a:spLocks noGrp="1"/>
          </p:cNvSpPr>
          <p:nvPr>
            <p:ph type="title"/>
          </p:nvPr>
        </p:nvSpPr>
        <p:spPr>
          <a:xfrm>
            <a:off x="0" y="2072100"/>
            <a:ext cx="91440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>
                <a:latin typeface="Calibri"/>
                <a:ea typeface="Calibri"/>
                <a:cs typeface="Calibri"/>
                <a:sym typeface="Calibri"/>
              </a:rPr>
              <a:t>"תודה! יש שאלות?"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846</TotalTime>
  <Words>122</Words>
  <Application>Microsoft Office PowerPoint</Application>
  <PresentationFormat>On-screen Show (16:9)</PresentationFormat>
  <Paragraphs>21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Maven Pro</vt:lpstr>
      <vt:lpstr>Arial</vt:lpstr>
      <vt:lpstr>Nunito</vt:lpstr>
      <vt:lpstr>Momentum</vt:lpstr>
      <vt:lpstr>זיהוי פרצופים Real or AI?</vt:lpstr>
      <vt:lpstr>שאלת המחקר</vt:lpstr>
      <vt:lpstr>שיטות מחקר</vt:lpstr>
      <vt:lpstr>תוצאות</vt:lpstr>
      <vt:lpstr>"תודה! יש שאלות?"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Maor Kachlon</cp:lastModifiedBy>
  <cp:revision>3</cp:revision>
  <dcterms:modified xsi:type="dcterms:W3CDTF">2026-01-22T07:23:55Z</dcterms:modified>
</cp:coreProperties>
</file>